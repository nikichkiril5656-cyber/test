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08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unsplash.com/?utm_source=slidepoint&amp;utm_medium=referral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unsplash.com/?utm_source=slidepoint&amp;utm_medium=referral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unsplash.com/?utm_source=slidepoint&amp;utm_medium=referral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unsplash.com/?utm_source=slidepoint&amp;utm_medium=referral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unsplash.com/?utm_source=slidepoint&amp;utm_medium=referral" TargetMode="Externa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4567" y="83127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218" y="498764"/>
            <a:ext cx="4804756" cy="48047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4256116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u="sng" dirty="0" smtClean="0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248987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Микрофон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327564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этой презентации мы рассмотрим различные виды микрофонов, их принцип работы и основные характеристики. Обсудим варианты применения микрофонов в разных сферах, типы подключения и дадим рекомендации по выбору оптимального устройства. Также затронем вопросы ухода и обслуживания микрофонов и представим обзор известных производителей.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Виды микрофонов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Микрофоны бывают проводные и беспроводные, что определяет их мобильность и удобство использования.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Проводные модели обеспечивают стабильное качество звука, в то время как беспроводные дают свободу передвижения благодаря отсутствию длинных кабелей. Выбор типа микрофона зависит от специфики задач и требований к звуку в конкретной ситуации.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64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u="sng" dirty="0" smtClean="0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696691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Принцип работы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696691" y="207818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Микрофон преобразует звуковые волны в электрический сигнал с помощью пьезоэлектрического, электромагнитного или конденсаторного принципа.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96691" y="3740727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Полученный сигнал усиливается и обрабатывается для улучшения качества звука. Затем сигнал передаётся по кабелю или через беспроводное соединение к записывающему или воспроизводящему устройству.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Характеристики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Микрофон обладает высоким уровнем чувствительности, что позволяет улавливать даже тихие звуки.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Устройство поддерживает широкий диапазон частот, обеспечивая качественное воспроизведение голоса. Кроме того, микрофон отличается долговечностью и надёжностью конструкции, что гарантирует его стабильную работу в различных условиях.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64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u="sng" dirty="0" smtClean="0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696691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Применение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696691" y="2078182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Микрофоны активно используются в сфере аудиозаписи и видеопроизводства, обеспечивая высокое качество звука и позволяя фиксировать детали, которые могут быть упущены при других способах записи.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96691" y="3740727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Они незаменимы в концертной деятельности и публичных выступлениях, где важно сохранить естественность и выразительность голоса исполнителя, а также передать атмосферу происходящего аудитории. Кроме того, микрофоны находят применение в системах связи и телекоммуникациях, обеспечивая чёткость передачи речи в различных условиях.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27" cy="5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Типы подключения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Микрофоны могут подключаться к устройствам через проводное соединение, например, с помощью стандартного аудиокабеля, что обеспечивает стабильное качество звука.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2078182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Беспроводные микрофоны используют радиочастотные или Bluetooth-соединения, предоставляя свободу движений и удобство использования.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28364" y="2078182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Существуют также гибридные модели, сочетающие проводное и беспроводное подключение для максимальной гибкости применения.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64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u="sng" dirty="0" smtClean="0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696691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Выбор микрофона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696691" y="2078182"/>
            <a:ext cx="5818909" cy="3424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При выборе микрофона важно учитывать тип его конструкции и особенности применения: конденсаторные микрофоны отличаются высокой чувствительностью и детализацией звука, идеальны для студийной работы и живых выступлений в хороших акустических условиях, в то время как динамические микрофоны более устойчивы к высоким уровням громкости и механическим воздействиям, что делает их предпочтительными для концертных выступлений и записи громких инструментов. Также стоит обратить внимание на наличие дополнительных функций, таких как кардиоидный или суперкардиоидный диаграммы направленности, которые позволяют минимизировать фоновый шум и улучшить качество записи в сложных акустических условиях.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Уход и обслуживание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Регулярная очистка микрофона от пыли и загрязнений с помощью мягкой сухой ткани поможет сохранить его чувствительность и качество звука. Проверяйте подключение устройства и состояние разъёмов, чтобы избежать потери сигнала.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При необходимости замены элементов питания или настройки параметров следуйте инструкции производителя для оптимальной работы микрофона.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23702"/>
            <a:ext cx="46800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8909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u="sng" dirty="0" smtClean="0">
                <a:solidFill>
                  <a:srgbClr val="0000E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5818909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Известные производители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818909" y="207818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 мировом рынке микрофонов выделяется компания Shure, известная своим высоким качеством и надёжностью продукции.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818909" y="3740727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Среди других известных производителей можно отметить Audio-Technica, предлагающую инновационные решения и широкий ассортимент микрофонов для различных целей. Также стоит упомянуть компании Rode и Sennheiser, которые предлагают высококачественные модели, сочетающие в себе передовые технологии и доступную цену.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Заключение микрофон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Микрофоны являются неотъемлемой частью аудиотехники и широко используются в различных сферах: от профессиональной звукозаписи до повседневного общения.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Они прошли долгий путь развития, начиная от простых угольных моделей до современных конденсаторных и динамических устройств с улучшенными характеристиками чувствительности и шумоподавления. Понимание принципов работы и особенностей различных типов микрофонов позволяет выбрать наиболее подходящий вариант для конкретных задач.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7" cy="781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различные виды микрофонов, их характеристики и принципы работы, а также узнали о типах подключения и особенностях выбора микрофона. Мы надеемся, что эта информация будет полезна для вас в выборе качественного микрофона.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Широкоэкранный</PresentationFormat>
  <Paragraphs>47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Пользователь</cp:lastModifiedBy>
  <cp:revision>2</cp:revision>
  <dcterms:created xsi:type="dcterms:W3CDTF">2025-11-12T15:17:46Z</dcterms:created>
  <dcterms:modified xsi:type="dcterms:W3CDTF">2025-11-12T15:18:40Z</dcterms:modified>
</cp:coreProperties>
</file>